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980" y="4882896"/>
            <a:ext cx="76347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00501" y="4882896"/>
            <a:ext cx="8659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32855" y="4882896"/>
            <a:ext cx="1290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69468" y="4882896"/>
            <a:ext cx="150701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6830" y="4882896"/>
            <a:ext cx="941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32124" y="4882896"/>
            <a:ext cx="96071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20862" y="4882896"/>
            <a:ext cx="872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4893" y="4882896"/>
            <a:ext cx="99418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91396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41481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192155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2358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121764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218521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16762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183210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7855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09036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130054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80021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0310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39012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136447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53091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1804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0791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0977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00059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48245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140942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19776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40326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2951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76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32120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5605272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6432" y="5532120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56432" y="5605272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45936" y="5532120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45936" y="5605272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542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2154</Words>
  <Application>Microsoft Office PowerPoint</Application>
  <PresentationFormat>宽屏</PresentationFormat>
  <Paragraphs>562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涌翔 李</cp:lastModifiedBy>
  <cp:revision>3</cp:revision>
  <dcterms:created xsi:type="dcterms:W3CDTF">2013-01-27T09:14:16Z</dcterms:created>
  <dcterms:modified xsi:type="dcterms:W3CDTF">2026-10-20T15:21:35Z</dcterms:modified>
  <cp:category/>
</cp:coreProperties>
</file>