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607040" cy="96926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914400" cy="969264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6537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78308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148840"/>
            <a:ext cx="9052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15768"/>
            <a:ext cx="10607040" cy="96926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715768"/>
            <a:ext cx="914400" cy="969264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8094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89864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264408"/>
            <a:ext cx="9052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31336"/>
            <a:ext cx="10607040" cy="96926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831336"/>
            <a:ext cx="914400" cy="969264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0142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379976"/>
            <a:ext cx="9052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46904"/>
            <a:ext cx="10607040" cy="96926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946904"/>
            <a:ext cx="914400" cy="969264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120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2978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495544"/>
            <a:ext cx="9052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56432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01184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0688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80192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各类别分别报告 Precision / Recall / 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AP50 / AP50-95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每千帧误报数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9016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事件级发现率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02368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目标出现→事件确认时延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582144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91872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按天气与光照分层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47164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8137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样本量与置信区间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